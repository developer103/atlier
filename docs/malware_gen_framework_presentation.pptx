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2743200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CF0F6"/>
                </a:solidFill>
                <a:latin typeface="Calibri"/>
              </a:defRPr>
            </a:pPr>
            <a:r>
              <a:t>Malware Generation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C9A7"/>
                </a:solidFill>
                <a:latin typeface="Calibri"/>
              </a:defRPr>
            </a:pPr>
            <a:r>
              <a:t>Deterministic Evasion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A94"/>
                </a:solidFill>
                <a:latin typeface="Calibri"/>
              </a:defRPr>
            </a:pPr>
            <a:r>
              <a:t>Chunk-assembled polymorphic malware vs. enterprise EDR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4"/>
                </a:solidFill>
                <a:latin typeface="Consolas"/>
              </a:defRPr>
            </a:pPr>
            <a:r>
              <a:t>July 2026  |  22 slides  |  ~25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The Problem We're Solving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Enterprise EDR detects malware across 6 independent layers: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Static ML — PE structure, imports, entropy, Rich header, resources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Userland hooks — ntdll inline hooks, SSN scrambling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Kernel callbacks — process/thread/image notifications via csagent.sys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Behavioral IOAs — API call sequences, process trees, memory ops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Cloud ML — file reputation, threat intel, behavioral models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Memory scanning — Intel TDT AMS, periodic PE header/injection scan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Traditional approaches fail: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Hand-written malware is slow to iterate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Pen-test frameworks (Cobalt Strike, Sliver, Havoc) are heavily signatured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Goal: automated, repeatable generation of evasion-hardened malware that defeats multiple detection layers simultaneously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What the Framework Does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Chunk assembler pipeline: YAML recipe → compiled PE/DLL/JScript/VBS/CPL in &lt;5 seconds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Polymorphic variant system: 51 variant groups, 199 chunks → 7.7×10²⁶ unique binaries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110 evasion chunks across all 6 CrowdStrike detection layers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Hermes AI orchestrator: LLM-powered autonomous agent with 23 tools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Multi-format output: PE (EXE), DLL, JScript, VBScript, Batch, CPL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Full test infrastructure: QEMU Windows 11 + CrowdStrike Falcon + Defender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67,000 lines of code (42K Python + 25K C templates)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Framework v1: LLM-Driven Code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Architecture: Chunk planning → LLM generates full C source → compile → test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The LLM decided which evasion to apply, wrote the code, handled dependencies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Pipeline: prompt engineering → generation → compilation → deployment → validation loop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The LLM was both the strategist AND the implementer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Every build was a fresh generation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Why v1 Failed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Non-deterministic output — same prompt → different code every time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Can't reproduce a working binary, can't debug why one worked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~60% compilation success rate — missing headers, wrong types, MSVC-isms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Hallucinated evasion — LLM claims indirect syscalls but writes normal imports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Looks evasive in the prompt, but the binary has a fat IAT that Falcon flags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No testability — every build unique, can't isolate which technique worked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Speed — 30-60s per generation attempt + compilation failures = minutes per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Framework v2: Deterministic Chunk Assembly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Key insight: separate WHAT (LLM decides strategy) from HOW (pre-tested code chunks)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Chunks are human-verified C code — each compiles, each does exactly what it claims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Recipes are declarative YAML — list which chunks to include, assembler wires them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Variant groups enable polymorphism — "I need a syscall gate" → assembler picks from 10 implementations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Same functionality, different binary signature every time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LLM role shifted: from "write the code" to "pick the strategy"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Which recipe, which evasion chunks, analyze detection, decide next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The Pivot in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onsolas"/>
              </a:defRPr>
            </a:pPr>
            <a:r>
              <a:t>60% → 99%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A94"/>
                </a:solidFill>
                <a:latin typeface="Calibri"/>
              </a:defRPr>
            </a:pPr>
            <a:r>
              <a:t>Compilation success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0420" y="164592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onsolas"/>
              </a:defRPr>
            </a:pPr>
            <a:r>
              <a:t>30-60s → &lt;5s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420" y="228600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A94"/>
                </a:solidFill>
                <a:latin typeface="Calibri"/>
              </a:defRPr>
            </a:pPr>
            <a:r>
              <a:t>Build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64592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onsolas"/>
              </a:defRPr>
            </a:pPr>
            <a:r>
              <a:t>0% → 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28600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A94"/>
                </a:solidFill>
                <a:latin typeface="Calibri"/>
              </a:defRPr>
            </a:pPr>
            <a:r>
              <a:t>Reproducibility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8220" y="164592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onsolas"/>
              </a:defRPr>
            </a:pPr>
            <a:r>
              <a:t>1 → 7.7×10²⁶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8220" y="228600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A94"/>
                </a:solidFill>
                <a:latin typeface="Calibri"/>
              </a:defRPr>
            </a:pPr>
            <a:r>
              <a:t>Variant diversity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What the Framework Specializes 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Target-specific evasion — deeply specialized against CrowdStrike Falcon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Every chunk tested against real CS detection, not theoretical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Combinatorial polymorphism — not obfuscation (making one binary look different)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Actual different code paths, different APIs, different syscall methods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Autonomous operation — Hermes agent runs full campaigns end-to-end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No human needed between "start" and "here's your FUD binary"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Knowledge persistence — every test result, detection, recipe recorded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Framework gets smarter with every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Extensibility: The Chunk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Adding a new evasion technique = adding ONE .c file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Write chunk with #ifndef CHUNK_GUARD / #endif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Register in variant group in variants.yaml (one line)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Every recipe using that group now includes the new technique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16 chunk categories: api_resolve, arch, collectors, commands, core,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  evasion, exfil, persist, process, c2, ad, ad_collectors, resources, ...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New recipes from existing chunks: create a YAML file — no code writing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New output formats: JScript, VBScript, Batch, CPL already supported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Adding a format = adding a template + assembler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Evasion Stack — Mapped to CrowdStrike's 6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Static ML → resources + manifest, Rich header, entropy pad, IAT pad  [PROVEN]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Userland hooks → 10 syscall gates, 5 unhook methods, AMSI bypass  [PROVEN]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Kernel callbacks → process masquerade, herpaderp, 6 PPID spoof  [PARTIAL]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Behavioral IOAs → 8 sleep obfusc, 7 stack spoof, 6 ETW bypass  [PROVEN]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Cloud ML → API resolution (required), resources+manifest (required)  [PROVEN]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Memory scanning → header stomp, module stomp, sleep encryption  [THEORETICAL]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The Discovery — Claude Code (Opus 4.6) as Malware Author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While building the chunk assembler, used Claude Code as development assistant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Writing evasion chunks, debugging compilation, deploying to VM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Discovery: Claude Code writes fully functional evasion-hardened malware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Not just "generate a template" — full end-to-end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Reads detection logs → reasons about which evasion layer failed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Writes targeted fixes → compiles → deploys → validates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Successfully produced FUD binaries against CrowdStrike Falcon + Windows Defender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In a single session, zero detections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What Claude Code Actually Did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Wrote 110 evasion chunks in C — indirect syscalls, sleep obfuscation,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  stack spoofing, ETW bypass, all with correct Windows API usage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Built the entire chunk assembler pipeline — dependency resolution,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  template variable substitution, resource injection, compilation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Designed the variant group system — identified interchangeable chunks,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  organized them into 51 substitution groups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Iterated on failed binaries: read CS detection logs → identified detection layer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wrote targeted counter-techniques → rebuilt → retested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Result: 207,827 bytes exfiltrated (system info, processes, browser data)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Zero detections, binary survived on disk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Implications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Capability ceiling is higher than expected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A frontier LLM can reason about EDR detection mechanisms and write correct countermeasures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This isn't theoretical — it's demonstrated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The guardrail situation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Claude Code operates within authorized security testing scope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The model's safety training permits red team operations when context is clear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Offensive security implication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The barrier to producing EDR-evading malware drops significantly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AI can write the hard parts: inline assembly, syscall stubs, API hashing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Same capability makes red teams more effective → defenses improve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Where Our Framework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onsolas"/>
              </a:defRPr>
            </a:pPr>
            <a:r>
              <a:t>OUR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8DEF"/>
                </a:solidFill>
                <a:latin typeface="Consolas"/>
              </a:defRPr>
            </a:pPr>
            <a: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8DEE9"/>
                </a:solidFill>
                <a:latin typeface="Calibri"/>
              </a:defRPr>
            </a:pPr>
            <a:r>
              <a:t>Deterministic — reproducible binary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Non-deterministic — different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8DEE9"/>
                </a:solidFill>
                <a:latin typeface="Calibri"/>
              </a:defRPr>
            </a:pPr>
            <a:r>
              <a:t>7.7×10²⁶ variants via --randomize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48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One binary at a time, manual evasion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8DEE9"/>
                </a:solidFill>
                <a:latin typeface="Calibri"/>
              </a:defRPr>
            </a:pPr>
            <a:r>
              <a:t>Autonomous campaigns via Hermes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51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Requires human in the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8DEE9"/>
                </a:solidFill>
                <a:latin typeface="Calibri"/>
              </a:defRPr>
            </a:pPr>
            <a:r>
              <a:t>Knowledge persists across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154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Context dies with conversation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8DEE9"/>
                </a:solidFill>
                <a:latin typeface="Calibri"/>
              </a:defRPr>
            </a:pPr>
            <a:r>
              <a:t>~99% compilation 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657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~60% compilation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8DEE9"/>
                </a:solidFill>
                <a:latin typeface="Calibri"/>
              </a:defRPr>
            </a:pPr>
            <a:r>
              <a:t>&lt;5s build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160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30-60s per attempt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8DEE9"/>
                </a:solidFill>
                <a:latin typeface="Calibri"/>
              </a:defRPr>
            </a:pPr>
            <a:r>
              <a:t>Pre-tested chunks guarantee correctness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663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LLM may hallucinate evasion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Where Claude Code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8DEF"/>
                </a:solidFill>
                <a:latin typeface="Consolas"/>
              </a:defRPr>
            </a:pPr>
            <a:r>
              <a:t>CLAUDE CODE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onsolas"/>
              </a:defRPr>
            </a:pPr>
            <a:r>
              <a:t>IMPROVABLE?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8DEE9"/>
                </a:solidFill>
                <a:latin typeface="Calibri"/>
              </a:defRPr>
            </a:pPr>
            <a:r>
              <a:t>Novel technique invention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YES — innovation engine generates new chunks via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8DEE9"/>
                </a:solidFill>
                <a:latin typeface="Calibri"/>
              </a:defRPr>
            </a:pPr>
            <a:r>
              <a:t>Adaptive reasoning / 200K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48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YES — route hard decisions to cloud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8DEE9"/>
                </a:solidFill>
                <a:latin typeface="Calibri"/>
              </a:defRPr>
            </a:pPr>
            <a:r>
              <a:t>Code surgery beyond chunk swapping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51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PARTIAL — covers 95%, innovation engine handles 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8DEE9"/>
                </a:solidFill>
                <a:latin typeface="Calibri"/>
              </a:defRPr>
            </a:pPr>
            <a:r>
              <a:t>Zero setup — just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154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TRADE-OFF — setup cost buys reliability and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Best of Both Worlds — How They Complement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Claude Code as R&amp;D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Discovers new evasion techniques, writes new chunk code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Analyzes novel detection patterns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Framework as Production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Takes proven techniques, packages them as chunks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Produces reliable binaries at scale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Hermes as Operator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Uses the chunk library autonomously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Can call LLM for novel situations the library doesn't cover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Feedback loop: Claude writes chunk → tested → passes → promoted to library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Available to all future campaigns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Live Results — CrowdStrike Falcon Evasion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A94"/>
                </a:solidFill>
                <a:latin typeface="Calibri"/>
              </a:defRPr>
            </a:pPr>
            <a:r>
              <a:t>Proven FUD against CrowdStrike Falcon + Windows Defender simultaneously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57KB PE binary — zero static detections, survived on disk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207,827 bytes exfiltrated (system info, processes, browser data)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Zero post-execution behavioral detections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Binary remained on disk after execution — full evasion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Additional validated paths: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JScript bypass via cscript.exe (trusted process)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Persistent keylogger with 0 detections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Bidirectional backdoor with TLV C2 protocol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- ~40% of randomized variants pass CS static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Framework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onsolas"/>
              </a:defRPr>
            </a:pPr>
            <a:r>
              <a:t>176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A94"/>
                </a:solidFill>
                <a:latin typeface="Calibri"/>
              </a:defRPr>
            </a:pPr>
            <a:r>
              <a:t>Recipes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0420" y="164592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onsolas"/>
              </a:defRPr>
            </a:pPr>
            <a:r>
              <a:t>335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420" y="228600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A94"/>
                </a:solidFill>
                <a:latin typeface="Calibri"/>
              </a:defRPr>
            </a:pPr>
            <a:r>
              <a:t>Code chunks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64592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onsolas"/>
              </a:defRPr>
            </a:pPr>
            <a:r>
              <a:t>110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28600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A94"/>
                </a:solidFill>
                <a:latin typeface="Calibri"/>
              </a:defRPr>
            </a:pPr>
            <a:r>
              <a:t>Evasion chunks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8220" y="164592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onsolas"/>
              </a:defRPr>
            </a:pPr>
            <a:r>
              <a:t>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8220" y="228600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A94"/>
                </a:solidFill>
                <a:latin typeface="Calibri"/>
              </a:defRPr>
            </a:pPr>
            <a:r>
              <a:t>Variant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onsolas"/>
              </a:defRPr>
            </a:pPr>
            <a:r>
              <a:t>199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A94"/>
                </a:solidFill>
                <a:latin typeface="Calibri"/>
              </a:defRPr>
            </a:pPr>
            <a:r>
              <a:t>Total variants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0420" y="365760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onsolas"/>
              </a:defRPr>
            </a:pPr>
            <a:r>
              <a:t>7.7×10²⁶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0420" y="429768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A94"/>
                </a:solidFill>
                <a:latin typeface="Calibri"/>
              </a:defRPr>
            </a:pPr>
            <a:r>
              <a:t>Unique combinations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65760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onsolas"/>
              </a:defRPr>
            </a:pPr>
            <a: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29768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A94"/>
                </a:solidFill>
                <a:latin typeface="Calibri"/>
              </a:defRPr>
            </a:pPr>
            <a:r>
              <a:t>Hermes agent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8220" y="365760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  <a:latin typeface="Consolas"/>
              </a:defRPr>
            </a:pPr>
            <a:r>
              <a:t>67K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8220" y="429768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A94"/>
                </a:solidFill>
                <a:latin typeface="Calibri"/>
              </a:defRPr>
            </a:pPr>
            <a:r>
              <a:t>Lines of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Hermes Autonomous Campaign —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F0F6"/>
                </a:solidFill>
                <a:latin typeface="Calibri"/>
              </a:defRPr>
            </a:pPr>
            <a:r>
              <a:t>Scan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2801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Fingerprint OS, EDR products, available LOLBins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F0F6"/>
                </a:solidFill>
                <a:latin typeface="Calibri"/>
              </a:defRPr>
            </a:pPr>
            <a:r>
              <a:t>Query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Check proven recipes + failed patterns for this EDR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F0F6"/>
                </a:solidFill>
                <a:latin typeface="Calibri"/>
              </a:defRPr>
            </a:pPr>
            <a:r>
              <a:t>Select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Pick format (PE/JScript/DLL) and evasion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F0F6"/>
                </a:solidFill>
                <a:latin typeface="Calibri"/>
              </a:defRPr>
            </a:pPr>
            <a:r>
              <a:t>Assemble + compile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889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Randomized chunks, obfuscation, resources injected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9183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918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F0F6"/>
                </a:solidFill>
                <a:latin typeface="Calibri"/>
              </a:defRPr>
            </a:pPr>
            <a:r>
              <a:t>Deploy to 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91839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SCP to target, check if EDR quarantines on write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947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947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F0F6"/>
                </a:solidFill>
                <a:latin typeface="Calibri"/>
              </a:defRPr>
            </a:pPr>
            <a:r>
              <a:t>Execute + capture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794759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Start C2 listener, run binary, collect exfil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976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2976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F0F6"/>
                </a:solidFill>
                <a:latin typeface="Calibri"/>
              </a:defRPr>
            </a:pPr>
            <a:r>
              <a:t>Analyze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297679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Read EDR event logs, classify detection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0059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8005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F0F6"/>
                </a:solidFill>
                <a:latin typeface="Calibri"/>
              </a:defRPr>
            </a:pPr>
            <a:r>
              <a:t>Mutate + retry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800599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A94"/>
                </a:solidFill>
                <a:latin typeface="Calibri"/>
              </a:defRPr>
            </a:pPr>
            <a:r>
              <a:t>Swap evasion chunks based on detection layer, rebuild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A94"/>
                </a:solidFill>
                <a:latin typeface="Calibri"/>
              </a:defRPr>
            </a:pPr>
            <a:r>
              <a:t>Runs continuously until success or max iterations. Auto-feeds CrowdStrike detection logs back into decision loop.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Why CrowdStrike Can't Wipe Out the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Static signatures (hours to days)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Can burn a specific binary hash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But --randomize means every build is structurally different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Losing game against 7.7×10²⁶ combinations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ML model retraining (1-3 months)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Could learn to cluster MinGW + specific chunk patterns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Counter: Zig compiler gives entirely different toolchain fingerprint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Behavioral IOAs (3-6 months)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Could write rules for specific API call sequences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Counter: 8 sleep × 7 stack spoof × 10 syscall gates = millions of combos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Each rule covers one combo; we have millions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Bottom line: they can burn individual recipes, not the combinatorial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Deterministic assembly &gt; LLM generation for production malware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LLMs reason about strategy; pre-tested chunks guarantee correctness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Combinatorial polymorphism defeats signature-based detection at any scale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The variant space is astronomically larger than any signature database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Claude Code (Opus 4.6) is a capable malware developer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Can write, debug, and iterate evasion code in authorized testing context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Changes the economics of offensive security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Framework + LLM is stronger than either alone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LLM invents, framework produces and tests, Hermes operates autonomously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The framework is extensible — new evasion technique = one .c file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The chunk library grows with every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6"/>
                </a:solidFill>
                <a:latin typeface="Calibri"/>
              </a:defRPr>
            </a:pPr>
            <a:r>
              <a:t>Where to Go from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Zig compiler backend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Different toolchain fingerprint defeats ML models trained on MinGW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Shellcode pipeline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Extract PIC shellcode → inject into legitimate processes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Bypasses both static analysis and process-tree behavioral detection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Cloud LLM integration for Hermes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Route hard reasoning to Claude instead of local 8K-context model</a:t>
            </a:r>
          </a:p>
          <a:p>
            <a:pPr lvl="1">
              <a:spcAft>
                <a:spcPts val="600"/>
              </a:spcAft>
              <a:defRPr sz="1500">
                <a:solidFill>
                  <a:srgbClr val="6B7A94"/>
                </a:solidFill>
                <a:latin typeface="Calibri"/>
              </a:defRPr>
            </a:pPr>
            <a:r>
              <a:t>→ Closes the biggest gap vs Claude Code direct use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Broader EDR coverage — SentinelOne, Carbon Black, Elastic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DLL sideloading pipeline — trusted process + trusted signature + our payload</a:t>
            </a: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D8DEE9"/>
                </a:solidFill>
                <a:latin typeface="Calibri"/>
              </a:defRPr>
            </a:pPr>
            <a:r>
              <a:t>Automated FUD collection — Hermes finds 10 FUD variants per type, packages with deploy 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A94"/>
                </a:solidFill>
                <a:latin typeface="Consola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